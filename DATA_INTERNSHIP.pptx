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04" r:id="rId6"/>
    <p:sldId id="313" r:id="rId7"/>
    <p:sldId id="314" r:id="rId8"/>
    <p:sldId id="315" r:id="rId9"/>
    <p:sldId id="316" r:id="rId10"/>
    <p:sldId id="317" r:id="rId11"/>
    <p:sldId id="318" r:id="rId12"/>
    <p:sldId id="319" r:id="rId1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5388" autoAdjust="0"/>
  </p:normalViewPr>
  <p:slideViewPr>
    <p:cSldViewPr snapToGrid="0" snapToObjects="1">
      <p:cViewPr varScale="1">
        <p:scale>
          <a:sx n="45" d="100"/>
          <a:sy n="45" d="100"/>
        </p:scale>
        <p:origin x="62" y="76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8"/>
            <a:ext cx="6392421" cy="2424040"/>
          </a:xfrm>
        </p:spPr>
        <p:txBody>
          <a:bodyPr anchor="ctr"/>
          <a:lstStyle/>
          <a:p>
            <a:r>
              <a:rPr lang="en-US" dirty="0"/>
              <a:t>Data Storytelling &amp; Statistical Validation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1111F-9CB6-26B8-DC97-7CF26C815AF1}"/>
              </a:ext>
            </a:extLst>
          </p:cNvPr>
          <p:cNvSpPr txBox="1"/>
          <p:nvPr/>
        </p:nvSpPr>
        <p:spPr>
          <a:xfrm>
            <a:off x="3429000" y="3183469"/>
            <a:ext cx="533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Analytics Internship – Final Presentation</a:t>
            </a:r>
            <a:br>
              <a:rPr lang="en-US" sz="2400" dirty="0"/>
            </a:br>
            <a:r>
              <a:rPr lang="en-US" sz="2400" dirty="0" err="1"/>
              <a:t>M.Karthikeya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• Business Objective</a:t>
            </a:r>
          </a:p>
          <a:p>
            <a:r>
              <a:rPr lang="en-US" dirty="0"/>
              <a:t>• Key Findings</a:t>
            </a:r>
          </a:p>
          <a:p>
            <a:r>
              <a:rPr lang="en-US" dirty="0"/>
              <a:t>• Dashboard Overview</a:t>
            </a:r>
          </a:p>
          <a:p>
            <a:r>
              <a:rPr lang="en-US" dirty="0"/>
              <a:t>• Hypothesis Testing</a:t>
            </a:r>
          </a:p>
          <a:p>
            <a:r>
              <a:rPr lang="en-US" dirty="0"/>
              <a:t>• Recommendations</a:t>
            </a:r>
          </a:p>
          <a:p>
            <a:r>
              <a:rPr lang="en-US" dirty="0"/>
              <a:t>• 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865ED-1AAD-F8EA-26DD-68884418F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83680" cy="1531357"/>
          </a:xfrm>
        </p:spPr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0788B-BF03-4325-6392-60D55BF8A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66" y="1639729"/>
            <a:ext cx="7433734" cy="3677337"/>
          </a:xfrm>
        </p:spPr>
        <p:txBody>
          <a:bodyPr>
            <a:noAutofit/>
          </a:bodyPr>
          <a:lstStyle/>
          <a:p>
            <a:r>
              <a:rPr lang="en-US" sz="3600" dirty="0"/>
              <a:t>• Analyze customer billing and tipping behavior</a:t>
            </a:r>
          </a:p>
          <a:p>
            <a:r>
              <a:rPr lang="en-US" sz="3600" dirty="0"/>
              <a:t>• Identify trends from Tasks 1–3</a:t>
            </a:r>
          </a:p>
          <a:p>
            <a:r>
              <a:rPr lang="en-US" sz="3600" dirty="0"/>
              <a:t>• Present insights for business decisions</a:t>
            </a:r>
          </a:p>
          <a:p>
            <a:r>
              <a:rPr lang="en-US" sz="3600" dirty="0"/>
              <a:t>• Validate one key finding statistically</a:t>
            </a:r>
            <a:endParaRPr lang="en-I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3D175-FDCB-B170-BA9C-DA88F6AC8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018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BEA1-16A5-B6C0-BF94-DCFF76DE5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338"/>
            <a:ext cx="6350000" cy="1304330"/>
          </a:xfrm>
        </p:spPr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181F9-BB8B-84E4-26DF-4DAA618E3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680" y="1971040"/>
            <a:ext cx="6583680" cy="3207344"/>
          </a:xfrm>
        </p:spPr>
        <p:txBody>
          <a:bodyPr>
            <a:noAutofit/>
          </a:bodyPr>
          <a:lstStyle/>
          <a:p>
            <a:r>
              <a:rPr lang="en-US" sz="3200" dirty="0"/>
              <a:t>• Higher bills resulted in higher tips</a:t>
            </a:r>
          </a:p>
          <a:p>
            <a:r>
              <a:rPr lang="en-US" sz="3200" dirty="0"/>
              <a:t>• Weekend revenue was highest</a:t>
            </a:r>
          </a:p>
          <a:p>
            <a:r>
              <a:rPr lang="en-US" sz="3200" dirty="0"/>
              <a:t>• Customer activity varied across days</a:t>
            </a:r>
          </a:p>
          <a:p>
            <a:r>
              <a:rPr lang="en-US" sz="3200" dirty="0"/>
              <a:t>• Dashboard KPIs highlighted major trends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CF46-FC6B-70D2-3654-0B3AE8AE2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574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8F02E-090C-44C9-306F-600CEF34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770" y="457199"/>
            <a:ext cx="7965461" cy="994164"/>
          </a:xfrm>
        </p:spPr>
        <p:txBody>
          <a:bodyPr/>
          <a:lstStyle/>
          <a:p>
            <a:r>
              <a:rPr lang="en-IN" dirty="0"/>
              <a:t>Interactive Dashboard Overview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4D1136-0995-2D29-B816-FB592C14A3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57494" y="1451363"/>
            <a:ext cx="8568531" cy="47705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F562E-3FD0-C1AF-12B3-EC23CCFFE2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10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4DB42-64A9-51A4-A61F-2EB4D9F32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8480"/>
            <a:ext cx="6583680" cy="1531357"/>
          </a:xfrm>
        </p:spPr>
        <p:txBody>
          <a:bodyPr/>
          <a:lstStyle/>
          <a:p>
            <a:r>
              <a:rPr lang="en-IN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9A190-1346-C261-1CC0-A4B066F9E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3" y="1246583"/>
            <a:ext cx="6583680" cy="5492883"/>
          </a:xfrm>
        </p:spPr>
        <p:txBody>
          <a:bodyPr>
            <a:noAutofit/>
          </a:bodyPr>
          <a:lstStyle/>
          <a:p>
            <a:r>
              <a:rPr lang="en-US" sz="3200" dirty="0"/>
              <a:t>Hypothesis:</a:t>
            </a:r>
          </a:p>
          <a:p>
            <a:r>
              <a:rPr lang="en-US" dirty="0"/>
              <a:t>Higher bill amounts lead to higher tips</a:t>
            </a:r>
          </a:p>
          <a:p>
            <a:r>
              <a:rPr lang="en-US" sz="3200" dirty="0"/>
              <a:t>Observation:</a:t>
            </a:r>
          </a:p>
          <a:p>
            <a:r>
              <a:rPr lang="en-US" dirty="0"/>
              <a:t>Positive relationship found</a:t>
            </a:r>
          </a:p>
          <a:p>
            <a:r>
              <a:rPr lang="en-US" sz="3200" dirty="0"/>
              <a:t>Conclusion:</a:t>
            </a:r>
          </a:p>
          <a:p>
            <a:r>
              <a:rPr lang="en-US" dirty="0"/>
              <a:t>Customers with larger bills generally tipped more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0D6D2-2D24-D848-59BF-8F4DBE7F1C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742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C41E-A8D9-2222-8875-F23DC5898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2736"/>
            <a:ext cx="6583680" cy="1531357"/>
          </a:xfrm>
        </p:spPr>
        <p:txBody>
          <a:bodyPr/>
          <a:lstStyle/>
          <a:p>
            <a:r>
              <a:rPr lang="en-IN" dirty="0"/>
              <a:t>BUSINESS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0EDAA-CB6C-B9F5-F1A2-3A2C800D5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4" y="1666239"/>
            <a:ext cx="6583680" cy="4870027"/>
          </a:xfrm>
        </p:spPr>
        <p:txBody>
          <a:bodyPr>
            <a:noAutofit/>
          </a:bodyPr>
          <a:lstStyle/>
          <a:p>
            <a:r>
              <a:rPr lang="en-US" sz="3200" dirty="0"/>
              <a:t>• Focus promotions on high-revenue days</a:t>
            </a:r>
            <a:br>
              <a:rPr lang="en-US" sz="3200" dirty="0"/>
            </a:br>
            <a:r>
              <a:rPr lang="en-US" sz="3200" dirty="0"/>
              <a:t>• Improve low-traffic day engagement</a:t>
            </a:r>
            <a:br>
              <a:rPr lang="en-US" sz="3200" dirty="0"/>
            </a:br>
            <a:r>
              <a:rPr lang="en-US" sz="3200" dirty="0"/>
              <a:t>• Monitor customer segments</a:t>
            </a:r>
            <a:br>
              <a:rPr lang="en-US" sz="3200" dirty="0"/>
            </a:br>
            <a:r>
              <a:rPr lang="en-US" sz="3200" dirty="0"/>
              <a:t>• Use dashboards for regular KPI tracking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5A806-14FE-D340-72C7-39A32424F0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64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0277-46CE-9829-DD02-B2DFFAD0B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337"/>
            <a:ext cx="6583680" cy="1531357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3FBFF-71DF-9F4F-42C6-89364334E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3" y="1825328"/>
            <a:ext cx="6583680" cy="3207344"/>
          </a:xfrm>
        </p:spPr>
        <p:txBody>
          <a:bodyPr>
            <a:noAutofit/>
          </a:bodyPr>
          <a:lstStyle/>
          <a:p>
            <a:r>
              <a:rPr lang="en-US" sz="2800" dirty="0"/>
              <a:t>• Analysis identified useful customer trends</a:t>
            </a:r>
            <a:br>
              <a:rPr lang="en-US" sz="2800" dirty="0"/>
            </a:br>
            <a:r>
              <a:rPr lang="en-US" sz="2800" dirty="0"/>
              <a:t>• Dashboard supported decision-making</a:t>
            </a:r>
            <a:br>
              <a:rPr lang="en-US" sz="2800" dirty="0"/>
            </a:br>
            <a:r>
              <a:rPr lang="en-US" sz="2800" dirty="0"/>
              <a:t>• Business insights were validated</a:t>
            </a:r>
            <a:br>
              <a:rPr lang="en-US" sz="2800" dirty="0"/>
            </a:br>
            <a:r>
              <a:rPr lang="en-US" sz="2800" dirty="0"/>
              <a:t>• Internship tasks improved practical analytics skills</a:t>
            </a:r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5965A-4BC8-377C-9502-129B2310AC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704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FF52-ACBA-D85E-EFB4-D22ACE8CE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Data Analytics Internship</a:t>
            </a:r>
            <a:br>
              <a:rPr lang="en-US" sz="2800" dirty="0"/>
            </a:br>
            <a:r>
              <a:rPr lang="en-US" sz="2800" dirty="0"/>
              <a:t>Maddipati Karthikeya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061487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{8B8F79E3-BCF6-46A9-A6CC-5012652C8E84}TF8a9b5915-b8c7-461e-8cdd-693d48b5e32371f7b7e2_win32-4bf0b9a2ea37</Template>
  <TotalTime>21</TotalTime>
  <Words>183</Words>
  <Application>Microsoft Office PowerPoint</Application>
  <PresentationFormat>Widescreen</PresentationFormat>
  <Paragraphs>39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Sabon Next LT</vt:lpstr>
      <vt:lpstr>Custom</vt:lpstr>
      <vt:lpstr>Data Storytelling &amp; Statistical Validation </vt:lpstr>
      <vt:lpstr>agenda</vt:lpstr>
      <vt:lpstr>Objective</vt:lpstr>
      <vt:lpstr>Key findings</vt:lpstr>
      <vt:lpstr>Interactive Dashboard Overview</vt:lpstr>
      <vt:lpstr>HYPOTHESIS testing</vt:lpstr>
      <vt:lpstr>BUSINESS RECOMMENDATION</vt:lpstr>
      <vt:lpstr>CONCLUSION</vt:lpstr>
      <vt:lpstr>Thank You  Data Analytics Internship Maddipati Karthikeya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Karthikeya Maddipati</dc:creator>
  <cp:lastModifiedBy>Karthikeya Maddipati</cp:lastModifiedBy>
  <cp:revision>1</cp:revision>
  <dcterms:created xsi:type="dcterms:W3CDTF">2026-05-26T07:01:47Z</dcterms:created>
  <dcterms:modified xsi:type="dcterms:W3CDTF">2026-05-26T07:23:25Z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